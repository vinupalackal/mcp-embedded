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Multi-Plane Runtime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A39"/>
                </a:solidFill>
              </a:defRPr>
            </a:pPr>
            <a:r>
              <a:t>Engineering demo: architecture, flow, safety, and extensibility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463040"/>
            <a:ext cx="2560320" cy="1645920"/>
          </a:xfrm>
          <a:prstGeom prst="rect">
            <a:avLst/>
          </a:prstGeom>
          <a:solidFill>
            <a:srgbClr val="1F6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Engineering</a:t>
            </a:r>
          </a:p>
          <a:p>
            <a:r>
              <a:t>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A device-side runtime must handle multiple operation classes under one service boundary.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Not all requests are equally safe: triage, management, control, and config-apply differ in risk.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The runtime must execute commands safely, traceably, and within a tight operational envelope.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It should support both static catalog tools and dynamic plugin expansion without destabilizing the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This is a secure execution engine for diagnostic and operational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High-level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Cloud or management systems issue WRP requests to the device runtime through Parodus.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The main process owns socket lifecycle, registration, receive loop, and lifecycle handling.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Worker threads isolate per-request execution and response generation.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Catalog and plugin managers resolve tool definitions and dynamic libraries.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Safety and resource checks gate execution before the command is launched.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Core model: receive → resolve → validate → execute → respond.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79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Architecture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Cloud / Management -&gt; Parodus -&gt; Multi-Plane Runtime Manager -&gt; Catalog / Plugin Manager -&gt; Safety Gate -&gt; Command Executor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Result is sent back as WRP response over the PUSH socket to Parodus and then to the cloud system.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Per-plane policy selection determines whether a tool uses a diagnostic-safe or admin-unsafe policy path.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The runtime keeps a plugin manifest and logs for operational traceability and debugging.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79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Request flow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0292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Example request: triage plane, tool = device_uptime, command = cat /proc/uptime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Request arrives at PULL socket from Parodus.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Main thread decodes outer WRP and inner payload.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Worker thread looks up the tool in the triage catalog.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417320"/>
            <a:ext cx="53949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The catalog resolves the command and the plane policy class.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The runtime verifies the command against the allowlist and denylist rules.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The process checks CPU, memory, disk, and process thresholds.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A bounded timeout is applied and output is captured before the response is returned.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Execution safety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Plane-aware policy classification: triage/management use diagnostic-safe policy; control/config-apply use admin-unsafe policy.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Allowlist and denylist enforcement ensures only approved binaries and command patterns execute.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Resource gate blocks execution when the host is near or over configured thresholds.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Timeout and output caps prevent runaway commands and unbounded output.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Plugin manifests persist loaded tool names and paths instead of relying only on in-memory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Safety is enforced before command launch, not only after execution begins.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Dynamic plugin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Example plugin: sample_multi_plane_runtime_manager_plugin.c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Exports plugin_echo and plugin_version.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The plugin is discovered from a configured plugin directory and registered as a runtime tool.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A caller can request the plugin tool by plane and tool name; the runtime resolves it and executes it under the applicable policy gate.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If a conflict is detected, the configured plugin conflict policy decides whether to reject or log the duplicate.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This demonstrates runtime extensibility without rebuilding the main binary.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Configuration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Configuration is defined in multi-plane-runtime-manager.conf.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Environment variables override config file values at runtime.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Catalog, plugin, resource threshold, allowlist, timeout, and log paths are all configurable.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This allows environment-specific deployment tuning while preserving consistent runtime behavior.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Example settings include plugin path, timeout defaults, and per-plane policy selection keys.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Run-time flexibility is intentionally separated from core execution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Demo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The runtime resolves a request to the correct plane without mixing tool classes across operational boundaries.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Safe read-only tools can run under a diagnostic policy path while higher-risk actions stay behind stricter gates.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Plugins can be added and discovered without a fresh rebuild of the main service.</a:t>
            </a:r>
          </a:p>
          <a:p>
            <a:pPr>
              <a:spcAft>
                <a:spcPts val="800"/>
              </a:spcAft>
              <a:defRPr sz="1900">
                <a:solidFill>
                  <a:srgbClr val="1E2A39"/>
                </a:solidFill>
              </a:defRPr>
            </a:pPr>
            <a:r>
              <a:t>The system delivers bounded execution, observability, and a deterministic response contract for callers.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Engineering demo summary: controlled execution with extensibility and clear operational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