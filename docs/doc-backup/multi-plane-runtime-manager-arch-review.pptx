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Multi-Plane Runtime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A39"/>
                </a:solidFill>
              </a:defRPr>
            </a:pPr>
            <a:r>
              <a:t>Internal architecture review: interfaces, control plane, runtime boundaries, and safety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463040"/>
            <a:ext cx="2743200" cy="1645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Review</a:t>
            </a:r>
          </a:p>
          <a:p>
            <a:r>
              <a:t>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Review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Confirm a clear runtime boundary between cloud-facing ingress, internal execution, and tool safety policy.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Verify safe routing across triage, management, control, and config-apply workloads.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Assess plugin extensibility and catalog-driven execution against operational risk.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Review runtime observability, configuration precedence, and policy tunability.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Validate the design against failure modes: timeouts, loops, blocked commands, and resource exhaustion.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Architecture review focus: separation of concerns, fail-safe execution, and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System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4937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Cloud / management side submits requests and receives responses.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Parodus provides the device-side transport endpoint and control bridge.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Main runtime thread owns lifecycle, receive loop, registration, and socket management.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Worker threads handle execution and response generation independently.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Catalog manager interprets static tool definitions and per-plane metadata.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Plugin manager loads and tracks .so-based tools from configured directories.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Safety gate enforces allowlist, denylist, and resource checks before execution.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Executor reports output, exit code, logs, and policy outcomes back to the caller.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Runtime control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1. Request enters through the PULL socket from Parodus.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2. Main thread decodes WRP outer and inner payload metadata.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3. Request is dispatched to a worker thread for per-request execution context.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4. Catalog or plugin registry resolves the tool name and plane mapping.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5. Policy validation checks command safety, resource readiness, and timeout bounds.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6. Command executes under a bounded output and time budget, then a structured response is returned.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Safety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Plane-aware policy selection separates diagnostic-safe and admin-unsafe classes.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Allowlist and denylist enforcement is applied before any command is launched.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The runtime validates resource limits for CPU, memory, disk, and process pressure.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Timeout, loop, and output-cap controls reduce risk of process runaway or output flooding.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Failed or blocked requests return clear operational messages instead of silently falling 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The model aims to fail closed where command safety cannot be guaranteed.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Extensibility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4937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Static catalogs provide a stable, packaged tool surface for deployment.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Dynamic plugins allow optional extension without rebuilding the main runtime.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Per-plane plugin directories isolate diagnostic and higher-risk tool sets.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Manifest persistence tracks loaded tool names and .so paths for observability.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Conflict policy prevents duplicate tool registration from silently overriding official entries.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Environment variables override config defaults at runtime without code changes.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Logging and startup feature tables improve operational validation during deployment.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This keeps the system adaptive while preserving a well-defined runtime contract.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D9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Architecture concerns and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Concern: execution policy drift between planes -&gt; Mitigation: explicit per-plane policy class selection.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Concern: destructive command invocation -&gt; Mitigation: allowlist + denylist + no-shell execution path.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Concern: host overload -&gt; Mitigation: resource gate checks before command launch.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Concern: runaway processes -&gt; Mitigation: timeout, output cap, and loop detection guardrails.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Concern: dynamic tool sprawl -&gt; Mitigation: plugin conflict policy, manifest tracking, and log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The overall design remains intentionally conservative around command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Board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Proceed with the runtime model as a controlled, plane-aware execution framework.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Keep policy separation explicit and enforce command safety at the execution boundary.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Continue to validate plugin and catalog behavior under real deployment conditions.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Maintain a persistent manifest and clear log coverage as the operational audit trail.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Treat dynamic extension as valuable, but gate it behind policy and conflict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Recommendation: approve the architectural pattern while continuing focused validation and hardening.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