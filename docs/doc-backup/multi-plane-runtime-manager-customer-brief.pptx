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406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Multi-Plane Runtime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A39"/>
                </a:solidFill>
              </a:defRPr>
            </a:pPr>
            <a:r>
              <a:t>Customer-facing overview of the diagnostic and management execution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463040"/>
            <a:ext cx="2560320" cy="1645920"/>
          </a:xfrm>
          <a:prstGeom prst="rect">
            <a:avLst/>
          </a:prstGeom>
          <a:solidFill>
            <a:srgbClr val="1F6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Customer</a:t>
            </a:r>
          </a:p>
          <a:p>
            <a:r>
              <a:t>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The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Device operations need fast, reliable diagnostics across multiple execution planes.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Different actions require different levels of safety, control, and operational visibility.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A single runtime must support both routine diagnostics and higher-risk management workflows.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The system must remain secure while still being extensible and easy to manage.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The solution needs to balance flexibility, policy control, and operational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What the platform provides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A single runtime that routes requests by plane: triage, management, control, and config-apply.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Support for static tool catalogs and optional dynamic plugin extensions.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Command policy checks to reject unsafe or destructive operations before execution.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Resource guardrails for CPU, memory, disk, and process pressure.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Structured telemetry and logs for traceability and troubleshooting.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This gives operators a consistent interface for diagnostics and device-side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4937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A request is received from a cloud or management system.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The runtime identifies the correct plane and tool.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The tool is looked up in a catalog or plugin registry.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The request is validated before any command is launched.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Resource checks verify host health and process pressure.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Command execution is bounded by timeout and output handling.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The system returns execution status and output to the caller.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Logs and manifest data keep the runtime observable and auditable.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79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Why customers value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Consistent execution across multiple tool planes without separate code paths.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Policy-aware execution reduces operational risk and protects against unsafe commands.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Flexible deployment model with configurable files and environment overrides.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Extensible design supports future tool additions with minimal runtime disruption.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Operational clarity through logging, status reporting, and runtime guardrails.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The result is a reliable, governed platform for diagnostics and control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79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Customer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Multi-plane Runtime Manager delivers a secure, scalable, and extensible execution model for diagnostics and operational support.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It unifies tool routing, runtime protection, and operational observability under one managed platform.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This enables safer device operations while preserving flexibility for future capabilities and deployments.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