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B1F3A"/>
                </a:solidFill>
              </a:defRPr>
            </a:pPr>
            <a:r>
              <a:t>Multi-Plane Runtime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82880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E2A39"/>
                </a:solidFill>
              </a:defRPr>
            </a:pPr>
            <a:r>
              <a:t>A safe, extensible runtime for plane-aware diagnostics and command 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463040"/>
            <a:ext cx="2651760" cy="1645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Runtime</a:t>
            </a:r>
          </a:p>
          <a:p>
            <a:r>
              <a:t>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F6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What the module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Receives device-side diagnostic and management requests from cloud or management systems.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Routes each request by plane: triage, management, control, or config-apply.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Resolves tools from JSON catalogs or optional dynamic .so plugins.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Enforces command safety, resource gating, and timeout protection before execution.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Returns structured results with exit status, output, and operational logs.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Purpose: provide controlled execution without exposing unsafe command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Architecture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Cloud / management layer submits requests and receives responses.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Parodus provides the transport bridge into the device runtime.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Main process handles socket lifecycle, registration, and request intake.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Worker threads isolate per-request execution and response generation.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Catalog manager resolves tool definitions and plane metadata.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Safety layer checks allowlists, denylist rules, and resource thresholds.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Executor runs commands with constrained argv-based invocation.</a:t>
            </a:r>
          </a:p>
          <a:p>
            <a:pPr>
              <a:spcAft>
                <a:spcPts val="800"/>
              </a:spcAft>
              <a:defRPr sz="1800">
                <a:solidFill>
                  <a:srgbClr val="1E2A39"/>
                </a:solidFill>
              </a:defRPr>
            </a:pPr>
            <a:r>
              <a:t>Manifest and logs provide visibility into loaded tools and runtime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Execution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/>
          <a:lstStyle/>
          <a:p>
            <a:pPr algn="ctr"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1. Incoming WRP request arrives from Parodus over the PULL socket.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2. Runtime identifies plane, tool name, and any override parameters.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3. Tool is resolved from catalog or plugin registry.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4. Safety policy validates command, resource readiness, and execution limits.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5. Command runs with bounded output capture and timeout protection.</a:t>
            </a:r>
          </a:p>
          <a:p>
            <a:pPr>
              <a:spcAft>
                <a:spcPts val="1000"/>
              </a:spcAft>
              <a:defRPr sz="1800">
                <a:solidFill>
                  <a:srgbClr val="1E2A39"/>
                </a:solidFill>
              </a:defRPr>
            </a:pPr>
            <a:r>
              <a:t>6. Response is packaged and sent back to the caller with execution result.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Key capabilities and support</a:t>
            </a:r>
          </a:p>
          <a:p/>
          <a:p>
            <a:r>
              <a:t>• Plane-aware policy and routing</a:t>
            </a:r>
          </a:p>
          <a:p>
            <a:r>
              <a:t>• Dynamic plugin discovery for .so and script plugins</a:t>
            </a:r>
          </a:p>
          <a:p>
            <a:r>
              <a:t>• Startup inventory + dynamic registration logging</a:t>
            </a:r>
          </a:p>
          <a:p>
            <a:r>
              <a:t>• Path confinement, ownership checks, and safe activation</a:t>
            </a:r>
          </a:p>
          <a:p>
            <a:r>
              <a:t>• Runtime-owned plugin packaging in dynamic directories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Plane-aware policy splits for diagnostic-safe and admin-unsafe command classes.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Dynamic plugin loading for .so-based extension without changing the core binary.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Resource guardrails for CPU, memory, disk, and process stress conditions.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Timeout, loop, and output safeguards to prevent runaway or unbounded commands.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Deployment tuning via config file and environment-variable overrides.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Supported deployment model: safe extenders for diagnostics and operational management.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79E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B1F3A"/>
                </a:solidFill>
              </a:defRPr>
            </a:pPr>
            <a:r>
              <a:t>Module support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Diagnostics and health validation for device-side operations.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Operational management for status, maintenance, and health checks.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Controlled command handling for system operations with policy enforcement.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Config-change workflows where stricter guardrails are required.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Extensible runtime for future tool and plugin additions without core rework.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4A5A68"/>
                </a:solidFill>
              </a:defRPr>
            </a:pPr>
            <a:r>
              <a:t>This runtime is designed for embedded device operations and managed fleet diagnostics.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0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6858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Operational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7899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137160" bIns="137160"/>
          <a:lstStyle/>
          <a:p>
            <a:pPr algn="ctr"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The runtime combines routing, catalog lookup, dynamic plugin execution, and safety enforcement in one process.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It is suitable for diagnostic workloads, controlled device management, and safe tool execution under policy constraints.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The platform is designed for observability, enforceable command safety, extensibility, and deployment customization.</a:t>
            </a:r>
          </a:p>
          <a:p>
            <a:pPr>
              <a:spcAft>
                <a:spcPts val="800"/>
              </a:spcAft>
              <a:defRPr sz="2000">
                <a:solidFill>
                  <a:srgbClr val="1E2A39"/>
                </a:solidFill>
              </a:defRPr>
            </a:pPr>
            <a:r>
              <a:t>Operational teams can tune policy and thresholds without changing the core execution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The runtime combines routing, catalog lookup, dynamic plugin discovery, and safety enforcement in one process. | It supports static catalogs plus runtime-owned .so and script plugins without core rework. | The platform is designed for observability, enforceable command safety, and extensibility. | Operational teams can tune policy and thresholds while keeping a consistent runtime model.</a:t>
            </a:r>
          </a:p>
          <a:p/>
          <a:p>
            <a:r>
              <a:t>Outcome: a secure, extensible, and disciplined runtime for multi-plane device management and diagnostics.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Dynamic plugin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Native plugins (.so)</a:t>
            </a:r>
          </a:p>
          <a:p>
            <a:pPr>
              <a:defRPr sz="1600"/>
            </a:pPr>
            <a:r>
              <a:t>• Loaded through dlopen</a:t>
            </a:r>
          </a:p>
          <a:p>
            <a:pPr>
              <a:defRPr sz="1600"/>
            </a:pPr>
            <a:r>
              <a:t>• Verified by API version and symbol checks</a:t>
            </a:r>
          </a:p>
          <a:p>
            <a:pPr>
              <a:defRPr sz="1600"/>
            </a:pPr>
            <a:r>
              <a:t>• Registered into tool registry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Script plugins (.sh/.py/.pl/.rb)</a:t>
            </a:r>
          </a:p>
          <a:p>
            <a:pPr>
              <a:defRPr sz="1600"/>
            </a:pPr>
            <a:r>
              <a:t>• Discover tool metadata from JSON output</a:t>
            </a:r>
          </a:p>
          <a:p>
            <a:pPr>
              <a:defRPr sz="1600"/>
            </a:pPr>
            <a:r>
              <a:t>• Reuse the same runtime dispatch path</a:t>
            </a:r>
          </a:p>
          <a:p>
            <a:pPr>
              <a:defRPr sz="1600"/>
            </a:pPr>
            <a:r>
              <a:t>• Extend the platform without rebuilding the main binary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914400"/>
            <a:ext cx="39319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/>
            </a:pPr>
            <a:r>
              <a:t>Runtime behavior</a:t>
            </a:r>
          </a:p>
          <a:p>
            <a:pPr>
              <a:defRPr sz="1600"/>
            </a:pPr>
            <a:r>
              <a:t>• Startup scan of plugin directories</a:t>
            </a:r>
          </a:p>
          <a:p>
            <a:pPr>
              <a:defRPr sz="1600"/>
            </a:pPr>
            <a:r>
              <a:t>• Optional poll or inotify refresh</a:t>
            </a:r>
          </a:p>
          <a:p>
            <a:pPr>
              <a:defRPr sz="1600"/>
            </a:pPr>
            <a:r>
              <a:t>• Dynamic registration logging</a:t>
            </a:r>
          </a:p>
          <a:p>
            <a:pPr>
              <a:defRPr sz="1600"/>
            </a:pPr>
            <a:r>
              <a:t>• Conflict detection and registry binding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Security model</a:t>
            </a:r>
          </a:p>
          <a:p>
            <a:pPr>
              <a:defRPr sz="1600"/>
            </a:pPr>
            <a:r>
              <a:t>• Path confinement to trusted directories</a:t>
            </a:r>
          </a:p>
          <a:p>
            <a:pPr>
              <a:defRPr sz="1600"/>
            </a:pPr>
            <a:r>
              <a:t>• Ownership validation and safe file checks</a:t>
            </a:r>
          </a:p>
          <a:p>
            <a:pPr>
              <a:defRPr sz="1600"/>
            </a:pPr>
            <a:r>
              <a:t>• Metrics, manifest generation, and health visibility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/>
            </a:pPr>
            <a:r>
              <a:t>Single-page runtime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863840" cy="4937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/>
            </a:pPr>
            <a:r>
              <a:t>Ops / Cloud Request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Parodus / WRP transport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Runtime main loop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Metadata + ACL validation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Catalog lookup + dynamic plugin lookup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Safety / policy gate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Executor (command or plugin call)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Response builder</a:t>
            </a:r>
          </a:p>
          <a:p>
            <a:pPr>
              <a:defRPr sz="1700"/>
            </a:pPr>
            <a:r>
              <a:t>      ↓</a:t>
            </a:r>
          </a:p>
          <a:p>
            <a:pPr>
              <a:defRPr sz="1700"/>
            </a:pPr>
            <a:r>
              <a:t>Structured result sent back to caller</a:t>
            </a:r>
          </a:p>
          <a:p>
            <a:pPr>
              <a:defRPr sz="1700"/>
            </a:pPr>
          </a:p>
          <a:p>
            <a:pPr>
              <a:defRPr sz="1700"/>
            </a:pPr>
            <a:r>
              <a:t>Key support: static catalogs, native .so plugins, script plugins, watcher-based refresh, manifest output, startup/dynamic logging.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